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296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3053" y="3429000"/>
            <a:ext cx="8478638" cy="10394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[Student Name : CHILAKA SUPRIYA 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Name- MALLA REDDY COLLEGE OF ENGINEERING FOR WOMEN 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70" y="2779221"/>
            <a:ext cx="9664708" cy="739164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 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5" y="4576469"/>
            <a:ext cx="5383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dirty="0"/>
              <a:t>STU6a50ff438a13b1783693123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464862"/>
            <a:ext cx="6664115" cy="510357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However, raw agricultural data does not clearly explain how agricultural performance changes across seasons or what patterns can be observed in different seasonal conditions.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The problem is to analyze the given agricultural dataset and investigate seasonal differences in agricultural performance by identifying meaningful patterns, trends, relationships and variations within the available data.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/>
              <a:t>Project objective :</a:t>
            </a:r>
            <a:endParaRPr lang="en-US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/>
              <a:t>Analyze the agricultural dataset to identify meaningful seasonal patterns , trends, relationships and variations in agricultural performance.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30760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/>
        </p:nvSpPr>
        <p:spPr>
          <a:xfrm>
            <a:off x="595223" y="1161757"/>
            <a:ext cx="7423167" cy="550320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dirty="0"/>
              <a:t>Analyzed farm-level agricultural records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Studied different seasons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Examined environmental conditions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Analyzed farming resource usage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Compared crop yield and production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Studied revenue , cost and profit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Compared crop and irrigation performance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Performed statistical analysis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Studied relationships between variables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Investigated potential outliers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Generated evidence-based insights and recommendations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0612" y="931948"/>
            <a:ext cx="9438392" cy="573063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/>
              <a:t>Farmers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For understanding seasonal agricultural performance.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Agricultural Departments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For seasonal planning and resource analysis.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Agricultural Analysts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For studying agricultural patterns.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Researchers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For further agricultural research.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Students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For learning and applying data analytics to agricultural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12" y="195421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2490" y="816865"/>
            <a:ext cx="9027702" cy="5891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b="1" dirty="0"/>
              <a:t>Programming Language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Python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/>
              <a:t>Data Analysis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Pandas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Numpy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/>
              <a:t>Visualization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Matplotlib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Seaborn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/>
              <a:t>Statistical Analysis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SciPy</a:t>
            </a:r>
          </a:p>
          <a:p>
            <a:pPr lvl="1">
              <a:lnSpc>
                <a:spcPct val="150000"/>
              </a:lnSpc>
            </a:pPr>
            <a:endParaRPr lang="en-IN" b="1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508" y="59484"/>
            <a:ext cx="5306291" cy="847817"/>
          </a:xfrm>
        </p:spPr>
        <p:txBody>
          <a:bodyPr>
            <a:normAutofit fontScale="90000"/>
          </a:bodyPr>
          <a:lstStyle/>
          <a:p>
            <a:r>
              <a:rPr lang="en-US" dirty="0"/>
              <a:t>TECHNOLOGY USED</a:t>
            </a:r>
            <a:endParaRPr lang="en-US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933B3-C496-6CA3-7AC3-53BB47D3A6A3}"/>
              </a:ext>
            </a:extLst>
          </p:cNvPr>
          <p:cNvSpPr txBox="1"/>
          <p:nvPr/>
        </p:nvSpPr>
        <p:spPr>
          <a:xfrm>
            <a:off x="5493302" y="1846052"/>
            <a:ext cx="46668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4"/>
              </a:buClr>
            </a:pPr>
            <a:r>
              <a:rPr lang="en-US" b="1" dirty="0"/>
              <a:t>Platform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  <a:p>
            <a:pPr>
              <a:buClr>
                <a:schemeClr val="accent4"/>
              </a:buClr>
            </a:pPr>
            <a:endParaRPr lang="en-US" dirty="0"/>
          </a:p>
          <a:p>
            <a:pPr>
              <a:buClr>
                <a:schemeClr val="accent4"/>
              </a:buClr>
            </a:pPr>
            <a:r>
              <a:rPr lang="en-US" b="1" dirty="0"/>
              <a:t>Techniques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Data Cleaning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EDA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Univariate Analysis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Bivariate Analysis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Multivariate Analysis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Correlation Analysis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Statistical Analysis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Outlier Analysis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8756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3E1A96-04D1-4E27-9C44-A77FA072F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12" y="1567265"/>
            <a:ext cx="6173417" cy="50976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4D89F3-AB25-1184-891A-CE61C48921D2}"/>
              </a:ext>
            </a:extLst>
          </p:cNvPr>
          <p:cNvSpPr txBox="1"/>
          <p:nvPr/>
        </p:nvSpPr>
        <p:spPr>
          <a:xfrm>
            <a:off x="1027291" y="1090705"/>
            <a:ext cx="271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Seasonal Distribution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084DDB-AFC1-B5F4-727C-F34BA7D5BFEB}"/>
              </a:ext>
            </a:extLst>
          </p:cNvPr>
          <p:cNvSpPr txBox="1"/>
          <p:nvPr/>
        </p:nvSpPr>
        <p:spPr>
          <a:xfrm>
            <a:off x="5555412" y="2479996"/>
            <a:ext cx="46151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Dataset contains agricultural records from different seasons.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Kharif , Rabi and Zaid are compared.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The distribution of records varies between seasons.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390DB5-6597-1135-21D6-184C68D36FAD}"/>
              </a:ext>
            </a:extLst>
          </p:cNvPr>
          <p:cNvSpPr txBox="1"/>
          <p:nvPr/>
        </p:nvSpPr>
        <p:spPr>
          <a:xfrm>
            <a:off x="675957" y="1275371"/>
            <a:ext cx="3875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Seasonal Agricultural Performance</a:t>
            </a:r>
            <a:endParaRPr lang="en-IN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9B4C46-F387-2A8E-F921-9BDDBB219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49" y="1880527"/>
            <a:ext cx="5376644" cy="348462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6EB1FFD-C88D-6649-9791-CB2BE3AB9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905077"/>
              </p:ext>
            </p:extLst>
          </p:nvPr>
        </p:nvGraphicFramePr>
        <p:xfrm>
          <a:off x="5624293" y="2451484"/>
          <a:ext cx="5193231" cy="234271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731077">
                  <a:extLst>
                    <a:ext uri="{9D8B030D-6E8A-4147-A177-3AD203B41FA5}">
                      <a16:colId xmlns:a16="http://schemas.microsoft.com/office/drawing/2014/main" val="1978957888"/>
                    </a:ext>
                  </a:extLst>
                </a:gridCol>
                <a:gridCol w="1731077">
                  <a:extLst>
                    <a:ext uri="{9D8B030D-6E8A-4147-A177-3AD203B41FA5}">
                      <a16:colId xmlns:a16="http://schemas.microsoft.com/office/drawing/2014/main" val="3024913055"/>
                    </a:ext>
                  </a:extLst>
                </a:gridCol>
                <a:gridCol w="1731077">
                  <a:extLst>
                    <a:ext uri="{9D8B030D-6E8A-4147-A177-3AD203B41FA5}">
                      <a16:colId xmlns:a16="http://schemas.microsoft.com/office/drawing/2014/main" val="63962106"/>
                    </a:ext>
                  </a:extLst>
                </a:gridCol>
              </a:tblGrid>
              <a:tr h="7537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Season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Average Yield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Average Profit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176364"/>
                  </a:ext>
                </a:extLst>
              </a:tr>
              <a:tr h="529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Kharif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5.64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178914.65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916813"/>
                  </a:ext>
                </a:extLst>
              </a:tr>
              <a:tr h="529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Rabi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5.08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87689.47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709892"/>
                  </a:ext>
                </a:extLst>
              </a:tr>
              <a:tr h="529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Zaid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4.67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-24804.82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87181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0D6EFFE-A4EC-CA44-5E9F-03CD58C4DB6C}"/>
              </a:ext>
            </a:extLst>
          </p:cNvPr>
          <p:cNvSpPr txBox="1"/>
          <p:nvPr/>
        </p:nvSpPr>
        <p:spPr>
          <a:xfrm>
            <a:off x="675957" y="5508644"/>
            <a:ext cx="5166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Finding</a:t>
            </a:r>
          </a:p>
          <a:p>
            <a:endParaRPr lang="en-US" b="1" dirty="0"/>
          </a:p>
          <a:p>
            <a:r>
              <a:rPr lang="en-US" dirty="0"/>
              <a:t>Agricultural performance differs across seasons.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21164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B31719-4356-2164-EA6D-886DBBA1E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412" y="1185791"/>
            <a:ext cx="6679878" cy="4077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DAD421-068E-664C-8C19-9806DDF01ABE}"/>
              </a:ext>
            </a:extLst>
          </p:cNvPr>
          <p:cNvSpPr txBox="1"/>
          <p:nvPr/>
        </p:nvSpPr>
        <p:spPr>
          <a:xfrm>
            <a:off x="1777619" y="5352533"/>
            <a:ext cx="6256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</a:t>
            </a:r>
          </a:p>
          <a:p>
            <a:endParaRPr lang="en-US" b="1" dirty="0"/>
          </a:p>
          <a:p>
            <a:r>
              <a:rPr lang="en-US" dirty="0"/>
              <a:t>Environmental conditions and resource usage show seasonal variation.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07A8CD-D1A0-6B37-1A80-1D7CF229C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26" y="1102383"/>
            <a:ext cx="6495945" cy="40214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155D4A-BB90-D24A-0640-C082F302E464}"/>
              </a:ext>
            </a:extLst>
          </p:cNvPr>
          <p:cNvSpPr txBox="1"/>
          <p:nvPr/>
        </p:nvSpPr>
        <p:spPr>
          <a:xfrm>
            <a:off x="473026" y="5296789"/>
            <a:ext cx="8760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</a:t>
            </a:r>
          </a:p>
          <a:p>
            <a:endParaRPr lang="en-US" b="1" dirty="0"/>
          </a:p>
          <a:p>
            <a:r>
              <a:rPr lang="en-US" dirty="0"/>
              <a:t>The analysis identifies differences in water usage and water-use efficiency between seasons.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63440"/>
            <a:ext cx="2988586" cy="666079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9CD616-AFF8-75FC-896C-8CAB87C35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530" y="1370262"/>
            <a:ext cx="7030983" cy="52387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EC8CC1-C845-4E92-0AE5-97D8839AE8E9}"/>
              </a:ext>
            </a:extLst>
          </p:cNvPr>
          <p:cNvSpPr txBox="1"/>
          <p:nvPr/>
        </p:nvSpPr>
        <p:spPr>
          <a:xfrm>
            <a:off x="735013" y="867779"/>
            <a:ext cx="2515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Correlational Analysis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30BBC1-D1EB-FEB0-D72F-803F6FC9351A}"/>
              </a:ext>
            </a:extLst>
          </p:cNvPr>
          <p:cNvSpPr txBox="1"/>
          <p:nvPr/>
        </p:nvSpPr>
        <p:spPr>
          <a:xfrm>
            <a:off x="779474" y="1354347"/>
            <a:ext cx="8390405" cy="4986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Analyze agricultural data from additional years.</a:t>
            </a: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Include more geographical regions.</a:t>
            </a: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Study additional environmental variables.</a:t>
            </a: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Perform deeper crop-level analysis.</a:t>
            </a: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Investigate unusual observations in greater detail.</a:t>
            </a: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Compare seasonal patterns over longer periods.</a:t>
            </a: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Include additional economic and resource variables.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5632DB-C873-1BD0-0012-DA7FE3F7291A}"/>
              </a:ext>
            </a:extLst>
          </p:cNvPr>
          <p:cNvSpPr txBox="1"/>
          <p:nvPr/>
        </p:nvSpPr>
        <p:spPr>
          <a:xfrm>
            <a:off x="808522" y="2261936"/>
            <a:ext cx="8643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https://github.com/chilakasupriya-157006/VOIS_Major_Project-Seasonal-Agriculture-Performance-Analysis.git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202026-C567-6C31-B596-22E0B8C8F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788" y="1443727"/>
            <a:ext cx="7226671" cy="512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00483" y="2106344"/>
            <a:ext cx="6063108" cy="3187942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  <a:p>
            <a:r>
              <a:rPr lang="en-US" dirty="0"/>
              <a:t>Seasonal Agricultural Performance Analysis</a:t>
            </a:r>
          </a:p>
          <a:p>
            <a:r>
              <a:rPr lang="en-US" dirty="0"/>
              <a:t>Presented by: CHILAKA SUPRIYA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VOIS Major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1511</TotalTime>
  <Words>450</Words>
  <Application>Microsoft Office PowerPoint</Application>
  <PresentationFormat>Widescreen</PresentationFormat>
  <Paragraphs>111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–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Ch Supriya</cp:lastModifiedBy>
  <cp:revision>118</cp:revision>
  <dcterms:created xsi:type="dcterms:W3CDTF">2021-07-11T13:13:15Z</dcterms:created>
  <dcterms:modified xsi:type="dcterms:W3CDTF">2026-09-06T11:01:51Z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